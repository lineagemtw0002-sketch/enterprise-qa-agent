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YaHei"/>
              </a:rPr>
              <a:t>知识库权限校验流程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  <a:latin typeface="Microsoft YaHei"/>
              </a:rPr>
              <a:t>本地检索模式（internal_chroma）—— 当前全部 6 家企业均为此模式，无生产企业使用委托库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051560"/>
            <a:ext cx="4206240" cy="457200"/>
          </a:xfrm>
          <a:prstGeom prst="round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YaHei"/>
              </a:rPr>
              <a:t>员工发起提问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12280" y="1508760"/>
            <a:ext cx="0" cy="16459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09160" y="1673351"/>
            <a:ext cx="4206240" cy="502920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意图分类：判定本次问题需要查知识库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12280" y="2176272"/>
            <a:ext cx="0" cy="1645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09160" y="2340864"/>
            <a:ext cx="4206240" cy="566928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222222"/>
                </a:solidFill>
                <a:latin typeface="Microsoft YaHei"/>
              </a:rPr>
              <a:t>计算用户可访问的知识库范围</a:t>
            </a:r>
          </a:p>
          <a:p>
            <a:pPr algn="ctr"/>
            <a:r>
              <a:rPr sz="1250" b="0">
                <a:solidFill>
                  <a:srgbClr val="222222"/>
                </a:solidFill>
                <a:latin typeface="Microsoft YaHei"/>
              </a:rPr>
              <a:t>（角色关联的 collection 并集；org_admin = 通配符）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907792"/>
            <a:ext cx="0" cy="1645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09160" y="3072384"/>
            <a:ext cx="4206240" cy="502920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候选集 = 企业自有知识库 ∩ 用户可访问范围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2280" y="3575304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5577840" y="3758184"/>
            <a:ext cx="2468880" cy="777240"/>
          </a:xfrm>
          <a:prstGeom prst="diamond">
            <a:avLst/>
          </a:prstGeom>
          <a:solidFill>
            <a:srgbClr val="FFF3D6"/>
          </a:solidFill>
          <a:ln w="15875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222222"/>
                </a:solidFill>
                <a:latin typeface="Microsoft YaHei"/>
              </a:rPr>
              <a:t>候选集为空？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749039" y="4146804"/>
            <a:ext cx="1828801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79" y="387248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53333"/>
                </a:solidFill>
                <a:latin typeface="Microsoft YaHei"/>
              </a:rPr>
              <a:t>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63340"/>
            <a:ext cx="3246120" cy="566928"/>
          </a:xfrm>
          <a:prstGeom prst="rect">
            <a:avLst/>
          </a:prstGeom>
          <a:solidFill>
            <a:srgbClr val="FCE7E7"/>
          </a:solidFill>
          <a:ln w="15875">
            <a:solidFill>
              <a:srgbClr val="C5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C53333"/>
                </a:solidFill>
                <a:latin typeface="Microsoft YaHei"/>
              </a:rPr>
              <a:t>不执行任何真实检索</a:t>
            </a:r>
          </a:p>
          <a:p>
            <a:pPr algn="ctr"/>
            <a:r>
              <a:rPr sz="1250" b="1">
                <a:solidFill>
                  <a:srgbClr val="C53333"/>
                </a:solidFill>
                <a:latin typeface="Microsoft YaHei"/>
              </a:rPr>
              <a:t>直接返回：『## 无权访问』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25980" y="4430268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4613148"/>
            <a:ext cx="3246120" cy="621792"/>
          </a:xfrm>
          <a:prstGeom prst="rect">
            <a:avLst/>
          </a:prstGeom>
          <a:solidFill>
            <a:srgbClr val="FCE7E7"/>
          </a:solidFill>
          <a:ln w="15875">
            <a:solidFill>
              <a:srgbClr val="C5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generate 节点短路：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跳过 LLM 调用，固定文案原样透传给用户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4146804"/>
            <a:ext cx="411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69580" y="38724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B52"/>
                </a:solidFill>
                <a:latin typeface="Microsoft YaHei"/>
              </a:rPr>
              <a:t>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863340"/>
            <a:ext cx="3246120" cy="566928"/>
          </a:xfrm>
          <a:prstGeom prst="rect">
            <a:avLst/>
          </a:prstGeom>
          <a:solidFill>
            <a:srgbClr val="E3F6E8"/>
          </a:solidFill>
          <a:ln w="15875">
            <a:solidFill>
              <a:srgbClr val="2E9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2E9B52"/>
                </a:solidFill>
                <a:latin typeface="Microsoft YaHei"/>
              </a:rPr>
              <a:t>只对候选集里的知识库</a:t>
            </a:r>
          </a:p>
          <a:p>
            <a:pPr algn="ctr"/>
            <a:r>
              <a:rPr sz="1250" b="1">
                <a:solidFill>
                  <a:srgbClr val="2E9B52"/>
                </a:solidFill>
                <a:latin typeface="Microsoft YaHei"/>
              </a:rPr>
              <a:t>执行真实向量检索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81260" y="4430268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58200" y="4613148"/>
            <a:ext cx="3246120" cy="621792"/>
          </a:xfrm>
          <a:prstGeom prst="rect">
            <a:avLst/>
          </a:prstGeom>
          <a:solidFill>
            <a:srgbClr val="E3F6E8"/>
          </a:solidFill>
          <a:ln w="15875">
            <a:solidFill>
              <a:srgbClr val="2E9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generate 节点正常出口：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检索结果交给 LLM 生成回答，流式返回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25980" y="5234940"/>
            <a:ext cx="468630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812280" y="5234940"/>
            <a:ext cx="326898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5436108"/>
            <a:ext cx="4206240" cy="438912"/>
          </a:xfrm>
          <a:prstGeom prst="roundRect">
            <a:avLst/>
          </a:prstGeom>
          <a:solidFill>
            <a:srgbClr val="E9E9EC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对话结束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96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关键点：权限判断发生在「工具调用层」（query_knowledge_hub），而不是 LLM 生成阶段；无权限时候选集在检索前就已算空，向量库不会被真实查询一次。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