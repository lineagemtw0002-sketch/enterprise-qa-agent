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平均延迟(ms)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qwen2.5:7b
(未微调，原方案)</c:v>
                  </c:pt>
                  <c:pt idx="1">
                    <c:v>qwen2.5:1.5b
(未微调)</c:v>
                  </c:pt>
                  <c:pt idx="2">
                    <c:v>qwen2.5:1.5b
(微调后，上线方案)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3550</c:v>
                </c:pt>
                <c:pt idx="1">
                  <c:v>850</c:v>
                </c:pt>
                <c:pt idx="2">
                  <c:v>1267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872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 · 耗时优化实践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双模型协同架构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通用大模型负责综合推理与生成，微调小模型专精意图分类——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用任务体量匹配模型体量，把该省的时间省下来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4892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4974336"/>
            <a:ext cx="658368" cy="658368"/>
          </a:xfrm>
          <a:prstGeom prst="ellipse">
            <a:avLst/>
          </a:prstGeom>
          <a:solidFill>
            <a:srgbClr val="283769"/>
          </a:solidFill>
          <a:ln/>
        </p:spPr>
      </p:sp>
      <p:pic>
        <p:nvPicPr>
          <p:cNvPr id="9" name="Image 0" descr="icon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51206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48737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qwen2.5:7b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920240" y="53126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通用生成模型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4617720"/>
            <a:ext cx="4892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28232" y="4974336"/>
            <a:ext cx="658368" cy="658368"/>
          </a:xfrm>
          <a:prstGeom prst="ellipse">
            <a:avLst/>
          </a:prstGeom>
          <a:solidFill>
            <a:srgbClr val="283769"/>
          </a:solidFill>
          <a:ln/>
        </p:spPr>
      </p:sp>
      <p:pic>
        <p:nvPicPr>
          <p:cNvPr id="14" name="Image 1" descr="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51206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8737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qwen2.5:1.5b（微调）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269480" y="53126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意图分类专用模型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架构总览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一次问答请求经过的节点，按任务性质分别路由到两个模型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1488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会话初始化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546604"/>
            <a:ext cx="320040" cy="164592"/>
          </a:xfrm>
          <a:prstGeom prst="rightArrow">
            <a:avLst/>
          </a:prstGeom>
          <a:solidFill>
            <a:srgbClr val="B7C1DE"/>
          </a:solidFill>
          <a:ln/>
        </p:spPr>
      </p:sp>
      <p:sp>
        <p:nvSpPr>
          <p:cNvPr id="7" name="Shape 5"/>
          <p:cNvSpPr/>
          <p:nvPr/>
        </p:nvSpPr>
        <p:spPr>
          <a:xfrm>
            <a:off x="2697480" y="2039112"/>
            <a:ext cx="1828800" cy="1179576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2039112"/>
            <a:ext cx="1828800" cy="7313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97480" y="2770449"/>
            <a:ext cx="1828800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微调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2546604"/>
            <a:ext cx="320040" cy="164592"/>
          </a:xfrm>
          <a:prstGeom prst="rightArrow">
            <a:avLst/>
          </a:prstGeom>
          <a:solidFill>
            <a:srgbClr val="B7C1DE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2039112"/>
            <a:ext cx="6656832" cy="1179576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01184" y="2039112"/>
            <a:ext cx="1554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/ tool_subgraph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65392" y="2039112"/>
            <a:ext cx="1554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10528" y="2093976"/>
            <a:ext cx="0" cy="1069848"/>
          </a:xfrm>
          <a:prstGeom prst="line">
            <a:avLst/>
          </a:prstGeom>
          <a:noFill/>
          <a:ln w="12700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039112"/>
            <a:ext cx="1554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字段抽取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74736" y="2093976"/>
            <a:ext cx="0" cy="1069848"/>
          </a:xfrm>
          <a:prstGeom prst="line">
            <a:avLst/>
          </a:prstGeom>
          <a:noFill/>
          <a:ln w="12700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93808" y="2039112"/>
            <a:ext cx="1554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摘要压缩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38944" y="2093976"/>
            <a:ext cx="0" cy="1069848"/>
          </a:xfrm>
          <a:prstGeom prst="line">
            <a:avLst/>
          </a:prstGeom>
          <a:noFill/>
          <a:ln w="12700">
            <a:solidFill>
              <a:srgbClr val="E3E8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91840"/>
            <a:ext cx="665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通用模型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233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路由依据：任务是否需要“综合推理 / 自由生成”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51560" y="47548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3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4882896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64792" y="4727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窄任务、输出结构固定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764792" y="5056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意图分类：四选一，输出严格 JSON schema → 交给微调小模型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1" descr="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4882896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14032" y="4727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开放任务、需要综合判断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114032" y="5056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生成回答/工具决策/字段抽取/摘要 → 交给通用大模型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qwen2.5:7b 的应用场景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需要综合推理 / 自由生成能力的任务，继续交给通用大模型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gene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9397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生成最终回答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221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_generate_node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856232"/>
            <a:ext cx="0" cy="841248"/>
          </a:xfrm>
          <a:prstGeom prst="line">
            <a:avLst/>
          </a:prstGeom>
          <a:noFill/>
          <a:ln w="12700">
            <a:solidFill>
              <a:srgbClr val="E9ED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837944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流式生成用户实际看到的答案，需要综合检索结果、对话历史、用户长期记忆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008376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264408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tool_dec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4107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工具调用决策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783080" y="3538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think_node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72200" y="3172968"/>
            <a:ext cx="0" cy="841248"/>
          </a:xfrm>
          <a:prstGeom prst="line">
            <a:avLst/>
          </a:prstGeom>
          <a:noFill/>
          <a:ln w="12700">
            <a:solidFill>
              <a:srgbClr val="E9ED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3154680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循环里判断要不要调用工具、调哪一个、参数怎么填，多轮动态决策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4325112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458114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_field_extr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72744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4471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工作流字段抽取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783080" y="48554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_extract_workflow_fields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172200" y="4489704"/>
            <a:ext cx="0" cy="841248"/>
          </a:xfrm>
          <a:prstGeom prst="line">
            <a:avLst/>
          </a:prstGeom>
          <a:noFill/>
          <a:ln w="12700">
            <a:solidFill>
              <a:srgbClr val="E9EDF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46520" y="4471416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从请假 / 报销等自然语言对话中，抽取出结构化的申请字段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" y="5641848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" y="58978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6044184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783080" y="5788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记忆压缩摘要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783080" y="6172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_memory_manage_node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172200" y="5806440"/>
            <a:ext cx="0" cy="841248"/>
          </a:xfrm>
          <a:prstGeom prst="line">
            <a:avLst/>
          </a:prstGeom>
          <a:noFill/>
          <a:ln w="12700">
            <a:solidFill>
              <a:srgbClr val="E9EDF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5788152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对话超出滑动窗口时，把旧消息压缩成摘要，保留长期上下文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qwen2.5:1.5b（微调）的应用场景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只做一件事，但把这一件事做到极致——四分类意图识别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777240" cy="777240"/>
          </a:xfrm>
          <a:prstGeom prst="ellipse">
            <a:avLst/>
          </a:prstGeom>
          <a:solidFill>
            <a:srgbClr val="283769"/>
          </a:solidFill>
          <a:ln/>
        </p:spPr>
      </p:sp>
      <p:pic>
        <p:nvPicPr>
          <p:cNvPr id="6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18541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84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四分类意图识别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65960" y="2496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_intent_node → detect_intent()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05840" y="30632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283769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0632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0632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问题模糊，需要追问澄清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05840" y="35204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283769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5204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94560" y="35204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针对本次对话上传的文件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05840" y="39776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283769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977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194560" y="39776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需要查企业知识库 / 调用工具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005840" y="44348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283769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434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194560" y="44348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发起请假 / 报销等业务流程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05840" y="5074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决定这一轮问题该走哪条分支——四选一之后，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下游节点（检索 / 工具 / 工作流 / 生成）才真正开始工作。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350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为什么这个任务适合小模型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035040" y="219456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63640" y="2514600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2304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输出结构固定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2596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 JSON schema（intent_type / confidence / target_tool …），不需要自由发挥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3236976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63640" y="3557016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9" name="Text 26"/>
          <p:cNvSpPr/>
          <p:nvPr/>
        </p:nvSpPr>
        <p:spPr>
          <a:xfrm>
            <a:off x="6492240" y="33467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判断边界清晰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92240" y="3639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四个类别定义明确，是分类问题，不是开放式生成问题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4279392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63640" y="4599432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3" name="Text 30"/>
          <p:cNvSpPr/>
          <p:nvPr/>
        </p:nvSpPr>
        <p:spPr>
          <a:xfrm>
            <a:off x="6492240" y="4389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微调专精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92240" y="4681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用真实场景样本微调，只学这一个任务，不追求通用能力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35040" y="5321808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63640" y="5641848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7" name="Text 34"/>
          <p:cNvSpPr/>
          <p:nvPr/>
        </p:nvSpPr>
        <p:spPr>
          <a:xfrm>
            <a:off x="6492240" y="54315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量化后轻量部署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92240" y="5724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 LoRA → 转 GGUF → Ollama 量化导入，常驻显存仅约 1GB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实测优势：更准，也更快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 23 条基准用例，走完全相同的生产代码路径（execute() → detect_intent()）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190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准确率（23/23）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 1.5B，含此前系统性判错的边界用例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7190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43400" y="2487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意图分类提速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稳态延迟 ~1267ms，对比 7B 的 ~3550ms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7190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872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46720" y="2487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原有准确率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作为对照基线（21/23）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稳态延迟对比（毫秒，排除冷启动首次调用）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886200"/>
          <a:ext cx="6492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360920" y="3886200"/>
            <a:ext cx="4160520" cy="26060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9" name="Shape 16"/>
          <p:cNvSpPr/>
          <p:nvPr/>
        </p:nvSpPr>
        <p:spPr>
          <a:xfrm>
            <a:off x="7635240" y="4142232"/>
            <a:ext cx="548640" cy="548640"/>
          </a:xfrm>
          <a:prstGeom prst="ellipse">
            <a:avLst/>
          </a:prstGeom>
          <a:solidFill>
            <a:srgbClr val="283769"/>
          </a:solidFill>
          <a:ln/>
        </p:spPr>
      </p:sp>
      <p:pic>
        <p:nvPicPr>
          <p:cNvPr id="20" name="Image 0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427024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结论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635240" y="47548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未微调的 1.5B 更快，但准确率明显更差；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微调后的 1.5B 同时拿到了两者的优势——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7B 更准，也比 7B 快 2.7 倍。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权衡：多一个模型，多一份维护责任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“更快更准”不是没有代价的，这些代价需要被明确认领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EDFC7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16836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6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631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476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规则变化需要重新训练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31343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新增工具、新增工作流类型、修改分类规则时，微调模型不会像通用大模型那样“读一遍新 prompt 就适应”——需要补充训练样本、重新微调，否则准确率可能悄悄下降而不报错。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73552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EDFC7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07308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11" name="Image 1" descr="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7536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43814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需要额外的保活策略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783080" y="380390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两个模型同时常驻显存，任一个空闲超时被换出，下一次请求就要多付出几秒到十几秒的冷启动代价，需要后台保活探测配合。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764024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EDFC7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7780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16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24408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92861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缺乏通用模型的弹性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5294376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窄任务微调换来了速度和准确率，但代价是失去了大模型“见招拆招”的泛化能力——这笔账要在每次业务规则变化时重新算一遍。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6459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总结与下一步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828800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9933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83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已上线：意图分类专用模型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240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qwen2.5:1.5b 微调 + GGUF 量化，接入 _intent_node 的 detect_intent() 调用——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准确率 100%，稳态延迟从 ~3550ms 降到 ~1267ms。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566160"/>
            <a:ext cx="106070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886200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icon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050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3840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验证通过：查询重写 + 分类合并为一次调用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057400" y="429768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把指代消解、并列子查询拆分和四分类合并进同一个微调模型（analyze_and_route）——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首轮发现“预订类动作 vs 发起审批流程”边界误判，补充对比样本重新训练后，准确率追平 7B（7/8），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延迟从 ~8674ms 降到 ~3199ms，待排期接入生产。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用任务体量匹配模型体量，是这次耗时优化里性价比最高的一步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2026-08-24T10:00:48Z</dcterms:created>
  <dcterms:modified xsi:type="dcterms:W3CDTF">2026-08-24T10:00:48Z</dcterms:modified>
</cp:coreProperties>
</file>